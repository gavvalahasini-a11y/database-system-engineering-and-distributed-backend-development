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ED0E4-F777-40CE-85C6-D23C39F9E3C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B103E9-265A-473C-A0DF-728BD3527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837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103E9-265A-473C-A0DF-728BD35275E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13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B362-6023-22CF-30F6-159B1E3DF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38F40-2B03-A042-A933-9813CB931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334BF-8760-11DA-1082-49B018B6A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7C9AD-72DD-4AD9-9A08-02B421DD754B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D15CE-B08F-35BE-6A6F-0EEC6C8BF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63723-DAE0-E99C-7CFF-248D68047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1BBB-3ADB-449E-904D-6BD58F411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278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054AE-C8B3-0522-98E0-26A4C4B23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CA533-4C82-91D3-D8A9-10205C6C8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DC1B4-B55A-C693-B4C4-03DDBF28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7C9AD-72DD-4AD9-9A08-02B421DD754B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12893-595E-E7DF-E676-29A27C606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77379-F215-5AFF-3DB3-6AE98ED35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1BBB-3ADB-449E-904D-6BD58F411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68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DF9B3-3C07-99FC-FBAC-9900ED4FA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759E6-9D22-9B4A-DB6F-284DF62E0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0858D-DD24-01F3-8976-8E397635E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7C9AD-72DD-4AD9-9A08-02B421DD754B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BD2B2-9732-E1DF-5313-2A1EF041E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7559C-D9CE-DDFF-776E-EA6F283BB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1BBB-3ADB-449E-904D-6BD58F411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22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D0BF4-5FDF-BB01-6739-63E73370B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E563E-753A-FEF8-825F-09AA9CE757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56188-E79A-6189-826A-3DBB9E0DA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DB661-2252-BCD4-BDA4-79060054A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7C9AD-72DD-4AD9-9A08-02B421DD754B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8E4B3-DF51-85EC-B9B1-B8743BE5E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90575-13A6-EA96-B3D1-A621D389D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1BBB-3ADB-449E-904D-6BD58F411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877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73305-A15E-B050-A6E9-A7E3A1A2B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2FEF9-7AC1-F99C-037A-21715F016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912DC-0F24-585D-CA87-FE2497347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09B8D7-3BFD-9696-0862-416091786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0AAFB6-8163-A488-F4EF-63F45057BA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485DE-C160-D1AC-2325-B06AF814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7C9AD-72DD-4AD9-9A08-02B421DD754B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007C64-A51D-1F05-4A9E-F8E40DC69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A7F110-FEE3-79F6-6885-E75457DAA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1BBB-3ADB-449E-904D-6BD58F411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21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3A706-F792-370A-F919-FB52E5B6E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35446-5AA8-83A4-663C-401D8B885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7C9AD-72DD-4AD9-9A08-02B421DD754B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C2BC4-3E7E-C14C-FD42-E0ED8F6F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5D580-0033-3955-DF02-240FA559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1BBB-3ADB-449E-904D-6BD58F411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9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5A47B0-0DEE-7522-E604-11B75710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7C9AD-72DD-4AD9-9A08-02B421DD754B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D2343C-B587-AA2A-8A6F-29F9D538C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241E3-84E7-3ADC-F7BE-D2DC8C12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1BBB-3ADB-449E-904D-6BD58F411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38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998A4-FCD8-8AD6-212C-4AEB6BED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F7400-C59B-5040-3E16-A3B455510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51673-EE98-9211-8736-47A8ECF84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ACCA4-2925-EC42-5304-941D3A043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7C9AD-72DD-4AD9-9A08-02B421DD754B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55AB0-3584-244F-AF91-639BBC766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91D2E-5553-D1FF-1233-BBD840A04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1BBB-3ADB-449E-904D-6BD58F411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0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EC5F8-F440-727F-AFFB-6B0A91423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7327A5-0E2E-3478-074E-7A0E5A527E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B2820-D38B-5AF4-E648-18CDC1BF9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99F104-BC58-897C-9503-697E93D1F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7C9AD-72DD-4AD9-9A08-02B421DD754B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734BE-0087-FB8D-DAFC-01957809A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5EB98-BBD6-1E2B-CEC5-CFB51812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1BBB-3ADB-449E-904D-6BD58F411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3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67F15-2101-01FB-5E06-6D467CD6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E85086-1C37-17B8-BCF7-2B1E3110C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B9829-D025-6459-0752-4E2FCD87D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7C9AD-72DD-4AD9-9A08-02B421DD754B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7F2AC-75D1-25F8-075E-128F618E7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A121F-7BC5-85FC-ED3A-D4B8C5D3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1BBB-3ADB-449E-904D-6BD58F411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82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8D5025-2B8A-390E-0F71-93C3F75896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91658-997E-6CC2-294C-0B9B06C5F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032D-0F33-FB6F-A38F-26632F2AD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7C9AD-72DD-4AD9-9A08-02B421DD754B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EEC5A-DBC1-98F4-7F46-CC0160838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A5A96-0296-DAA2-DD9B-E3A8FB5E1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1BBB-3ADB-449E-904D-6BD58F411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42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09CED-7887-81B7-3516-24B91EBA9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F9954-6BC6-50B7-DD04-3668CE960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26BC3-D324-BD18-9A81-F3857C3A44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27C9AD-72DD-4AD9-9A08-02B421DD754B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6924D-E426-57C2-391E-3CED3C9C7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F0134-A5B8-B32F-CA2D-F051795A7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001BBB-3ADB-449E-904D-6BD58F411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8DC6FCD-811B-436E-9FEE-FC957486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57890A-F294-A7FC-7AC9-C09D57FE4F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5908"/>
          <a:stretch>
            <a:fillRect/>
          </a:stretch>
        </p:blipFill>
        <p:spPr>
          <a:xfrm>
            <a:off x="198739" y="171717"/>
            <a:ext cx="5804105" cy="3167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3CF51F-A98B-B601-0146-24D5542B79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" b="7407"/>
          <a:stretch>
            <a:fillRect/>
          </a:stretch>
        </p:blipFill>
        <p:spPr>
          <a:xfrm>
            <a:off x="6195373" y="171717"/>
            <a:ext cx="5797883" cy="31674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268008-5A09-2BD7-B17B-8DFF084773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2" b="16036"/>
          <a:stretch>
            <a:fillRect/>
          </a:stretch>
        </p:blipFill>
        <p:spPr>
          <a:xfrm>
            <a:off x="198739" y="3510858"/>
            <a:ext cx="5804105" cy="27899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768438-B3C1-C784-83BE-779109AB14F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" b="20464"/>
          <a:stretch>
            <a:fillRect/>
          </a:stretch>
        </p:blipFill>
        <p:spPr>
          <a:xfrm>
            <a:off x="6195372" y="3510858"/>
            <a:ext cx="5797883" cy="278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763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Kommalapati Rishitha Chowdary</dc:creator>
  <cp:lastModifiedBy>Kommalapati Rishitha Chowdary</cp:lastModifiedBy>
  <cp:revision>1</cp:revision>
  <dcterms:created xsi:type="dcterms:W3CDTF">2026-09-18T14:58:45Z</dcterms:created>
  <dcterms:modified xsi:type="dcterms:W3CDTF">2026-09-18T15:00:44Z</dcterms:modified>
</cp:coreProperties>
</file>