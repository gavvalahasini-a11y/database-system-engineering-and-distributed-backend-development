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10CAA-D54F-D31C-E17A-79198146B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3E857-C4B4-1F6A-1265-35CDDAA84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14B75-F069-7F0A-E83C-47BA51DD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1B07B-5607-85E0-FABA-718369FF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CA320-4733-499F-B532-59CA97AF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501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C7819-C621-CD05-89E3-04ABD9CB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B9B99-E3EC-631E-5C19-D241D2B15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981F9-D654-AB03-A856-2A331CC0C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E0079-753E-FD2B-4B33-1F98F95D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4B670-E8D5-FD87-B470-30FA9891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6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0FA5-7C58-AE98-9832-800E7C25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7FA55-AA33-18FA-D9DD-312533A94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B4D77-CD97-7996-73B9-3BDEA9981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DE3BB-A9B0-ED94-E811-3CC646C8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6B689-E57A-394F-121D-8A8F061C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3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F057-3ACA-96E5-2B1C-99842069B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03044-01D3-62A7-91DF-8E65D04A8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A496E-BC71-7701-9754-A58C22B12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19EB4-A48F-E858-54BB-3A358D7E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A1905-6195-8D72-3AEF-080110CD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52B36-255B-4B57-5499-54F5FAAE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2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58642-7F14-FFBF-7EA5-68D71B0E8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F511A-B635-2A3C-F83B-A3849750C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2D4A9-4E13-D845-9F60-185A7C3C2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68FF5-582A-3FF4-E2BB-D641740D5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B19199-4C1C-EAB5-B510-307528C35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648336-25DF-817B-E974-A3710FA9F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267C6D-3C60-A65D-0109-AB4A7ED3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0E1CD-D70E-E375-CA00-EABDCCC4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7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2716D-21FC-B864-2A3F-EB8FDD038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3126A-DF10-88AE-69E3-5195DDF3A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CBA2D-E2B8-10D2-EF46-F7D98494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1A617F-835F-F8DE-393F-942F6041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8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BF84A-0A91-7A65-2BF6-5B0AAF5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986CD2-21F0-8163-A2B8-2368D621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92117-94BE-5EA1-154C-5070417CD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1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40599-7DE8-AF57-E688-173A1B78B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FC41B-3DA3-609E-208D-FA877C038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E29BC-7EA7-64EF-F279-A06C7108D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0E663-EEB6-CDB1-17F5-90DA443F2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48649-CA16-2451-D537-716696286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DEF5F-5DC8-47CA-5D4F-260FAA06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1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23BE6-431F-8F4B-B2A1-4DA889E13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C2EAAB-34FC-685D-9F2D-7EE77F315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05872-A92D-08F3-8378-903CC00D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AE7A27-DE02-D042-7371-199DFAB7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8154A-69F7-8FE5-F137-A70995DC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1CF86-E7D8-E301-31D3-69905E3D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21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4917-53A6-C58A-F83C-BBAA5B5C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02B1E-50B0-70FF-DCFC-F529FD1D2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78BDC-5F05-1846-2B6B-83F329F11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9C080-B28B-1D22-B1BC-154A131EF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5B894-A0A6-CD39-5A39-511C54CE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5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051408-1E0F-E303-3801-D681A52ED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4ABFD-5AFA-E5DF-6957-C647EDD43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4F51C-9BEC-9A1F-6258-29E03037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8C489-2A9B-6A8C-B20F-F55DAA04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73808-041E-B164-8150-73BDEB04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05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53C7FF-6033-3DFE-7BFD-F817DD447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6FD40-3AD8-F377-39C4-C82F4B042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94CE3-4E30-929B-F46B-8006BB1F6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27817-F897-492B-B1DD-718D386D364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26785-BB6D-8A85-237F-3E021BB6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DC975-1A70-24C1-6939-CD429F404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B9A52-16DC-4060-8D41-9EFE401E0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95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E344C-C0D2-FC6D-BD47-C3264B27DB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46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28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Kommalapati Rishitha Chowdary</dc:creator>
  <cp:lastModifiedBy>Kommalapati Rishitha Chowdary</cp:lastModifiedBy>
  <cp:revision>1</cp:revision>
  <dcterms:created xsi:type="dcterms:W3CDTF">2026-09-18T15:49:16Z</dcterms:created>
  <dcterms:modified xsi:type="dcterms:W3CDTF">2026-09-18T15:49:49Z</dcterms:modified>
</cp:coreProperties>
</file>