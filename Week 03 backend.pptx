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2066-72A5-E1DA-8013-5E09D6105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6FCF4-238D-BF9A-2B5D-B930371AD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F05B1-9C40-3330-100E-C268EEEA0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A548-616A-47E0-ACE1-C18C872980A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0283E-FD18-3AEF-AA8A-A245D7F14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A8E97-2CFE-84FB-8F0A-42EE77714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00D52-2155-45FB-8C96-F2A47711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380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EF962-DEA0-3FF7-9BAD-B1A786AE4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4600D-39CF-D6FF-07C7-0101DCADA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9196A-6E42-13E2-261E-8C29DB372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A548-616A-47E0-ACE1-C18C872980A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D8BFC-620C-1D6A-C69A-9C371EDFE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49BA8-FD8A-C808-5F32-F3B18588D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00D52-2155-45FB-8C96-F2A47711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977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96DC8-A984-D42E-9E41-15F104689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1A54C-14D9-F971-7D3A-4E38F57C8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862B9-0F1C-B29B-6106-290307737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A548-616A-47E0-ACE1-C18C872980A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349DB-0F71-73E3-B44F-B2ADD48CD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81853-8455-589D-A01F-6E6A8C990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00D52-2155-45FB-8C96-F2A47711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658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B2FB9-1A4F-DE23-7562-4F00C3833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7E1D8-577F-212B-A2C8-8E9A77CFA6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9E06C-9543-40F0-37F4-BE98591B9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A053E8-B0F5-F571-A2DC-27F9DC10A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A548-616A-47E0-ACE1-C18C872980A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06D2D-4859-7464-7F8A-47EACF561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AD2FB-44D0-BA8B-B277-0D11B9335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00D52-2155-45FB-8C96-F2A47711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69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596DC-B4BD-3EC3-F3B8-46EAABF3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07103-69D1-84F6-4EF2-4796B134B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F7A2D-4E17-8BAD-CC6A-B318C1B93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4EC04-7A95-5837-F8E9-258CC13FD5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7052D3-9A88-3AEF-C509-61092198E6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F25E04-D21C-2AFC-8008-5C8BD9A77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A548-616A-47E0-ACE1-C18C872980A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89EC1F-C309-1BF0-CDA0-319C75F8B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AE60CE-6325-923B-2349-D502D51B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00D52-2155-45FB-8C96-F2A47711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74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05DAF-63DB-FE99-20F2-0EC53A31F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78F739-1D98-FCFE-9C35-62A0BD78B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A548-616A-47E0-ACE1-C18C872980A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736F74-F0F4-55BC-6FE1-F4C0667A5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EED0A-0F2F-DE68-66AC-FE276452B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00D52-2155-45FB-8C96-F2A47711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3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35027E-3C83-BF16-2CAB-EBD5F721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A548-616A-47E0-ACE1-C18C872980A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0B9049-B339-97D9-97BB-1B026C4EC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2BE54-23D2-4592-016F-8B205C1AB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00D52-2155-45FB-8C96-F2A47711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843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40101-0215-F7C9-C5A1-0F91E8A6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1EA3A-241E-0FD4-28E4-93698270F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3F93D6-9EE2-8B86-D818-5C10937B3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5AB871-2276-8880-3FE4-73821D855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A548-616A-47E0-ACE1-C18C872980A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A1229-61E5-1689-958C-7627B46E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5E2E0-A163-9521-9436-6B06635E6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00D52-2155-45FB-8C96-F2A47711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89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619CE-4DC4-6CF9-090C-068EA423E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781043-48C1-0077-DF5C-F75015F58F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6E5117-C44D-9DC7-36BF-A23EB2FA2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CDCCF-CC29-B021-ABC6-04B4CF1E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A548-616A-47E0-ACE1-C18C872980A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23FBF-D59C-0E7A-05ED-035A153A3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9A6F2-EBA1-C72E-79E9-E59A79A8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00D52-2155-45FB-8C96-F2A47711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11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0DE01-E162-64B6-A571-C05653A0C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B9697-ED8F-FC73-314B-ED7A093F3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92D45-B15B-8EC2-44C4-276267A24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A548-616A-47E0-ACE1-C18C872980A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EBF7C-8E6A-2579-810A-3F9DA38A1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CA536-3CA3-1760-32AA-818B3A6E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00D52-2155-45FB-8C96-F2A47711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531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CE32AA-2E6A-640C-88FD-9649C18869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B886F-DDDE-FBD2-FA70-B298080B3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E2CA7-789C-4A59-FBD7-F40D0B119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A548-616A-47E0-ACE1-C18C872980A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1AFFC-59F1-BC72-15C7-93983B8E5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943D1-406E-213E-8C3D-E97360A9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00D52-2155-45FB-8C96-F2A47711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21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BF2699-128E-8F8B-1FDE-4432C5DD8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E72A9-90B7-6609-3523-27646596F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CCBB9-8E7B-D424-62E2-BEBABF285D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1A548-616A-47E0-ACE1-C18C872980A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BBE98-1845-F504-9DDF-DE4776334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31800-6655-47B8-E815-5AA024CC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C00D52-2155-45FB-8C96-F2A47711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1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8C5D-5560-7003-E061-0C2652BD5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6037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Week 03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5A63F3-FABD-ADE1-BB67-4C5902524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76" y="1099344"/>
            <a:ext cx="4676564" cy="21685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8141A8-9947-FEF4-7ABE-01530EB3D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753" y="1099344"/>
            <a:ext cx="3520440" cy="2122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EAFB6E-49A6-B620-14B6-205D2CF27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284" y="1099344"/>
            <a:ext cx="3520440" cy="2824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150AF7-9C12-B7A1-BCEE-E8D267DB8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0" y="3515995"/>
            <a:ext cx="5943600" cy="297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602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Week 03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Kommalapati Rishitha Chowdary</dc:creator>
  <cp:lastModifiedBy>Kommalapati Rishitha Chowdary</cp:lastModifiedBy>
  <cp:revision>1</cp:revision>
  <dcterms:created xsi:type="dcterms:W3CDTF">2026-09-18T05:46:25Z</dcterms:created>
  <dcterms:modified xsi:type="dcterms:W3CDTF">2026-09-18T05:48:41Z</dcterms:modified>
</cp:coreProperties>
</file>