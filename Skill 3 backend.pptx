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923A-D0C6-C9F2-0A43-ACCF46BB6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114CC-CB3E-3A11-2B10-58EBC99E4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79834-9D76-667A-9532-5B24EA73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63918-7A94-05F1-60AA-B6AC9870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65E17-DC32-A9EC-FCF9-6A959BA3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9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9D1F-260A-7B8D-16F6-1D4760E8E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86D8A-CCEC-B823-958A-C14F9B01F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7D07F-F448-9430-87F7-70C9674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8CD20-8EC4-17AF-CB4F-D825CECD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3A8A8-0C2E-A2E7-5096-E3A47E49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56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3E7AA-29BF-01D8-18F9-3ECA5C420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6BC7C-334C-9AB1-A99D-F213F862B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1E6F7-1A62-7030-884A-F62B10BB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2C4B8-0615-612D-3C3F-7994A8AE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22C13-8CFD-4931-90DA-2EBB82A68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83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3356-C52E-62FC-9233-36FEC7B7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895E-9A64-915C-9726-02A6D2CFC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7117E-A027-00C6-C40F-4DEF1D482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DBD75-A9F5-6B8D-C0FB-E2E16C1F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618C3-C4AB-DBA0-E1C7-65008DBA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E7B09-ADC5-BC6E-7377-1330D4F4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31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7A4B-C4D8-94E6-20CC-6E517920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BE583-E2B5-8579-F258-C26ACABD6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7375A-CCCE-3DAE-72F6-6EA2B5789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DAA8A6-A1E8-5DFE-DCD7-D1A758785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CDFE20-3F50-FB75-A3BE-7ACE1EEA6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057D62-C406-B20C-6FF4-434511475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6417DA-8ABD-35FB-6478-965F234D9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A3052E-5F60-E1BE-9D95-AD3C65366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2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1D902-0454-B603-E81C-830BE3533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1B3D3B-05EF-6C0C-979C-71DB8FD63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05DF5-64E5-22AE-065B-311841390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8FAB6-3A00-DA74-E8C6-0E9BA0BF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4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3D44B4-0D5A-C6BE-64FB-E379B4061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5F1FB-7673-3CBB-7691-0EF3FD24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B7F07-6234-F5A8-F606-B18B3074B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8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2519-2B99-E372-0D25-BA2173C82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F20F3-CA85-95A1-1E93-1F0DF737C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95CCF-16DD-EE20-BCF8-70B8334A2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CE1B7-F42E-A7ED-8BE9-545E66533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D9C27-16D2-B46B-15A5-5A2AC5CCB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FCAB7-E46F-3A95-6B09-DF037BE73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33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521F5-2495-0F52-476D-1A13B534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B6A2E1-EEB9-024C-2516-808A1A5CB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81616-2A0B-39D3-D759-1541D437C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3A9A6-6AA0-9A0E-4772-521B8685F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A2243-72FB-ABF7-EEE1-F454EEA3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2B199-059E-5094-7213-835949AD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8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8104A-4D50-052C-D51F-D567FBDDE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CAAF0-1C98-1EE9-405E-492E9A3D8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57C31-0191-4451-1DF2-378CB89B4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72B0F-6DA7-3997-28B4-747D94E7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8B086-3C84-0DB5-63E4-292EE550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7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825FD-8028-242C-62D2-1992A87B0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5B377-9E62-796B-9F45-C2378C5CE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15E2D-7963-383D-3F6B-0D0E5034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C308B-FB18-575B-640C-D090A95FC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2892B-F34D-11D2-2F1C-26550E77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8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C377F3-0998-09C0-3067-E0D2076A7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45F89-513B-B632-9FDB-0161CEA37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2DBA5-1AE8-7411-9216-ADFD53C32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16C8D-3748-498C-96AE-E11536A5DB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0BD15-68E1-7EDD-5076-D7970CB34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C7A06-4674-800A-3D20-9F2FA2CF9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A5A89-3700-4AB5-BA9B-F9D116028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2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2C9CEB-5F85-BBB3-AA85-50070423AF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0" r="-2" b="17176"/>
          <a:stretch>
            <a:fillRect/>
          </a:stretch>
        </p:blipFill>
        <p:spPr>
          <a:xfrm>
            <a:off x="198739" y="171717"/>
            <a:ext cx="5804105" cy="31674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25022F-3C7A-172A-7590-1CC367223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16913"/>
          <a:stretch>
            <a:fillRect/>
          </a:stretch>
        </p:blipFill>
        <p:spPr>
          <a:xfrm>
            <a:off x="6195373" y="171717"/>
            <a:ext cx="5797883" cy="3167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3E0561-CFA8-AC04-C3A1-86E7660463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0" r="-2" b="28530"/>
          <a:stretch>
            <a:fillRect/>
          </a:stretch>
        </p:blipFill>
        <p:spPr>
          <a:xfrm>
            <a:off x="198739" y="3510858"/>
            <a:ext cx="5804105" cy="2789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37A6EB-EA48-96FD-D665-440F679612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95" r="2" b="25660"/>
          <a:stretch>
            <a:fillRect/>
          </a:stretch>
        </p:blipFill>
        <p:spPr>
          <a:xfrm>
            <a:off x="6195372" y="3510858"/>
            <a:ext cx="5797883" cy="278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034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Kommalapati Rishitha Chowdary</dc:creator>
  <cp:lastModifiedBy>Kommalapati Rishitha Chowdary</cp:lastModifiedBy>
  <cp:revision>1</cp:revision>
  <dcterms:created xsi:type="dcterms:W3CDTF">2026-09-18T15:05:18Z</dcterms:created>
  <dcterms:modified xsi:type="dcterms:W3CDTF">2026-09-18T15:06:44Z</dcterms:modified>
</cp:coreProperties>
</file>