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1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DD5D-41EB-35AC-AE9F-75600E386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7DD36-2660-E1F3-A1FF-3A8BAACDE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D266-1373-CC61-D22D-EF61480C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F7BB-4A70-303F-10F8-17228911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08C8-3C4A-6CEB-6D7E-59B5F67E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8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BFDD-BFE1-8C63-6FAE-0DB5D9DA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B50BF-BC4A-467C-E063-C6FF8FA9D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A89DE-A58D-DB6E-367D-AEF24FB0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F0A9A-09B5-5486-FEC1-D6A87633F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BE65A-2206-3C52-7AD8-6266EF3B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8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F6EF-E4DD-23CF-26DB-C22CEADD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0750D-DDAC-0243-0E13-4D4EC773D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C4C33-5E31-5E45-07D9-4434AD69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CFC7E-F0B3-F172-F3CC-8E6358C39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1FCDB-5DBA-A957-85CA-1469EC56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8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59F9-3E24-F5F2-48FA-F9F26A98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6A26A-963B-05CE-2243-EADB6551E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4FBBF-21DA-9B45-7EC0-F76282141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C8035-F60B-00B6-77B4-C70FC373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1ADEB-EC0B-9092-AD07-1F8CA2EB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7EA5D-F167-6E64-48E5-B081FEE5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8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2AD7-0400-8513-181C-A38F57BF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61A46-ECC6-1EF8-B00F-7D0A822DB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2FE67-EEAE-EDF0-C421-B5B287476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6DF9A-DD78-CDDA-3818-819A71024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15FB0-5BDC-6012-8EF5-ECF52AC21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CEE06-C9D1-33EF-7371-BD2105FF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F60FA8-5D38-78EA-ECA4-29BF0794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FF5AD-993F-39A9-AE26-73800B80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8508-73FC-4DE6-3A07-0A3270BD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8010A7-E8A5-EDD1-EA72-6A096FD5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10B68-F2AB-7F7C-14F7-3B65B6778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12A45-F279-E82F-5FAD-DE8D2070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5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C2A07-3C2A-BAA2-B8EC-6119ADEB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0BFCC-A64A-8B56-7F90-754156C9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FA9BD-FD5A-11BE-07BB-F1FF896C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9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047C-08BC-9CA1-D5D2-8C38B0E3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2267-7B3A-E5E5-995C-D28373E7E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17356-D97C-7EC5-78F5-B923CB890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01E9A-504C-5282-7E87-17DF2A25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3D884-71DC-8689-F3E3-F016BB92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2ABC1-C8D1-9DF9-8368-6789BC39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3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5C02-73BD-FFE4-58B9-56CFEEC3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CF383-2B57-4D99-6C21-062FA56E3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974DA-3E68-B3D3-3298-AB8D0B24A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AE80A-0D16-7115-003B-71AD2242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610EA-E48C-4197-CB1A-8E0660C4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605BA-7052-BE3C-FD90-5642734D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33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D8CC-A087-2F56-D4F3-8FAA8BC6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C3BF8-EB3F-3122-0D89-3FBA60ADC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AACE-1531-48DE-9953-B432549E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5554F-31A6-5263-EB43-10A2F2C4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FEE6-E70A-B7AB-C949-BC7D26C4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706B4-C774-3EA2-CDE9-05EA7C385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C55DC-F25B-091A-D3AD-9F0DEAD2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E51E2-3A17-D2B1-9ACD-C87384A5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DFE4D-5DDA-7A73-B949-0DFEA4EE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8989-6176-C865-9232-3DDDA9EE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A32-AAEF-67DD-5CF9-1758E605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EF411-4953-EA93-2830-E212F7D4D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06C8-B7EF-DE01-5857-9BF3D6133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D499D-7E1B-4B43-84F5-6EE5F113CB2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8C993-3E6C-BF76-253F-6AF79E662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7FDF0-8911-FD48-8B83-2B9B19977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854DE-DFDA-4F55-B185-321BD716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7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6B6FFC-470B-FF2F-7286-C3328FE730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3" r="-2" b="4044"/>
          <a:stretch>
            <a:fillRect/>
          </a:stretch>
        </p:blipFill>
        <p:spPr>
          <a:xfrm>
            <a:off x="321730" y="321732"/>
            <a:ext cx="5674897" cy="3017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B6B925-C834-C189-8C0F-244183A17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65" r="-2" b="4832"/>
          <a:stretch>
            <a:fillRect/>
          </a:stretch>
        </p:blipFill>
        <p:spPr>
          <a:xfrm>
            <a:off x="321730" y="3510853"/>
            <a:ext cx="5674897" cy="2789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CD240-F38F-92E4-3E9D-91F47EBF91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49" r="34528" b="2"/>
          <a:stretch>
            <a:fillRect/>
          </a:stretch>
        </p:blipFill>
        <p:spPr>
          <a:xfrm>
            <a:off x="6195373" y="321733"/>
            <a:ext cx="5674897" cy="59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6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F5ECE-A044-7F8D-BED2-CCFAF6F76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4" y="735096"/>
            <a:ext cx="8893311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1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2026-09-18T14:40:00Z</dcterms:created>
  <dcterms:modified xsi:type="dcterms:W3CDTF">2026-09-18T14:54:46Z</dcterms:modified>
</cp:coreProperties>
</file>