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8" d="100"/>
          <a:sy n="68" d="100"/>
        </p:scale>
        <p:origin x="34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0E9E-37FC-54C9-1FC8-1742DA980E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F0C5-EFB7-BA21-B4C8-5FAF0C5BE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C60EF-AA3D-06EB-A7C6-5B774DFA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E8850-D239-181E-DB65-BDD869A23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5FBFA-9A7D-C9BE-DC86-398EA97D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2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1CEE1-9B16-6429-2012-02B09333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3BAC5-6D45-4102-55C1-A1BE68EAB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13D73-ED42-7B8C-CE83-4B9647264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F2680-6F41-8939-1327-AFB04044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03701-1578-61A7-A1F5-8D52D43E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93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5BCC-41C3-D3CE-438E-1FF771B47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4328F-3530-4766-70E3-692F26634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2F363-11C9-80E3-2D16-2EAF4C6F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F8139-06D5-C3FF-39ED-03A7FCA7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56DE0-2785-9AB6-710A-841E140A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9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D886-95EB-2C73-55A9-24D9279F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47AF8-4B35-1B63-EAF3-121664A53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CCC57-7E3F-21D8-EF2B-B44895089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8C23A6-1B16-D1C3-619E-8D1CA83A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CADD3-6C4A-9379-F35D-B39B8726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3B1EC-CD26-D2B1-2836-AC0F46BFE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4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3F736-42EE-89BC-7F6D-B1F34E0E7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C566F-1DD5-8097-B4AF-4C1EDF236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A99FD4-5E78-229F-2247-D7F3C6B8A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F56F2D-C0BE-7785-E63E-7808FEF1A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29C09A-BF6D-9B27-56E4-0C26478F8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D81D3-47BC-D2C7-ED49-2B937324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F4AA9E-2441-9276-06A5-87FF8894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1B3FD-4C31-1033-CDCE-7E8C5BF11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3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95B4-8E39-D649-6C3C-E567330F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63DA37-22E1-D267-C285-4D1C376A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00439-6494-5F08-6C8F-0FC3848DC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DC47B-E64C-313E-6FCE-722A9088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7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3BDBD-867A-DEEC-05AE-35B8870CE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6C0AC-D880-79BB-76F0-5C2FDAEE6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8E05B-1ED5-8E60-4D53-247409B9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65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3AD0C-B225-757F-D888-A43FAF56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65DFC-5049-974A-60B1-BEB533FA4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9FA0E-9157-B102-FA89-422642105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99AF4-5DC1-E463-FA1F-B1E2381F8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BFB7E-B220-E7A6-AFEC-C08395F76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33C55-DF82-507B-629D-3EB2866A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8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9629-0559-3561-CE93-0D70553AF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60DD3-491B-BD56-96BB-E05E0DFAFC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A6BC2-6D4B-CCE7-5A49-7FD9389AF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C555C-BA4C-C681-6C06-8FB4591D5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B5B03-35BD-9646-159D-737F918A3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8BDA0-6512-90E3-641D-C2D7E838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01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D4A93-C007-A920-D61F-547EA666B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1F880-0C4D-EDF6-3E77-506DBBDDE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BE373-B8AC-A1B4-3072-6E59D50AA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BDC39-8F5E-82E9-8134-D7993FA5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0E1B1-189C-F6B7-E695-E7715802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32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FE567A-9410-76A2-C8E7-973FFF504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444E0-72AD-116A-D786-418B05263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D93F-32AD-8339-7A3C-118034166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FD716-49D4-33C3-6543-5692F2CC7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9BA07-2102-4BB4-57F9-5C7590A49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75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304B39-155B-A8C3-12EB-011CF11E5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E487F5-9E60-101E-C226-5BD6EE90A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B2924-887F-70F9-7A45-E125556E8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E5C47-E99D-4A17-A41A-C8C2A7DCB5B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E63FC-BC7F-B0DA-6192-47872393B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33551-A5AD-2610-7413-4CACC8672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056CF-7361-49DA-9999-3A79491075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E72FA3-BD00-444A-AD9B-E6C3D069C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080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7C04E-EC2E-D7A2-8E9A-BC6E90CEB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57189"/>
            <a:ext cx="10515600" cy="111053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Week:-04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804B72-6450-7671-8FCD-6AC891FC7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587" y="1834939"/>
            <a:ext cx="3457102" cy="20569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013D22-7CB2-2C9F-9FA6-3BA36826D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522" y="1834939"/>
            <a:ext cx="3457102" cy="20569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7CC998-1635-884F-958C-1EE8DCDFC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586" y="1834939"/>
            <a:ext cx="3471689" cy="20569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99894B-CAE8-5309-D8E8-E754353F80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21" y="4063630"/>
            <a:ext cx="3501235" cy="20569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BA020C-7A0E-C979-4381-154946811F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974" y="4063630"/>
            <a:ext cx="3516198" cy="20569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401272-B59C-0AE6-8B02-5C12A0A2D7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786" y="4063630"/>
            <a:ext cx="3531289" cy="205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94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77CD387-11F8-AC94-9A96-D18B59478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92799"/>
            <a:ext cx="3278292" cy="192599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3BE23A9-2CD3-9D04-CAC5-84A3830FC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493" y="2268500"/>
            <a:ext cx="3743538" cy="23209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D4CC570-F51B-F22B-F5E5-C4A01E1561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764" y="1000065"/>
            <a:ext cx="3239769" cy="19114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0EEECA9-D22C-2DC2-AE86-E076B91245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3943295"/>
            <a:ext cx="3278292" cy="19178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C17589-C9A5-2ED5-7D3E-8193F8DF61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763" y="3948028"/>
            <a:ext cx="3239769" cy="192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92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20430B-9E4D-92AF-7CE5-878B124A4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1" r="39786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53735B-0009-D0A5-28D0-A262C6EF7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1" r="34818" b="1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0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Week:-04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Kommalapati Rishitha Chowdary</dc:creator>
  <cp:lastModifiedBy>Kommalapati Rishitha Chowdary</cp:lastModifiedBy>
  <cp:revision>1</cp:revision>
  <dcterms:created xsi:type="dcterms:W3CDTF">2026-09-18T14:22:55Z</dcterms:created>
  <dcterms:modified xsi:type="dcterms:W3CDTF">2026-09-18T14:25:53Z</dcterms:modified>
</cp:coreProperties>
</file>