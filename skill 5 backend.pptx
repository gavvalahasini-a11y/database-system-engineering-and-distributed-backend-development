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C4E1-5E56-4686-E87E-24BE32E07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0DC0BA-4A74-F71F-B86E-677E5C8E6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B0290-B39A-A00C-4085-9AE2E043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CB861-8A26-B8AC-2BE5-89F23765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9B910-96FB-6CED-D8C8-21237DF1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78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FB97-BFDC-8FAF-04E3-13EB1A2E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90863-91CE-46CE-7889-05C180D7D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CE32D-B346-3F1C-D038-76EDFF9A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AED33-9325-68A4-C9E7-615D63CC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D292C-8540-86D6-DD33-F792676E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1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6641-0B8A-7F6C-A001-F35BFB86D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8BBF4-819C-78E6-EB59-E776C0CF1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B041B-D0D0-E7DD-5626-FB4AA5A55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946A-3647-D22C-8E9A-7E47D6CB5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50E8-2694-DF6D-1075-660E0E38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30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E51D-948F-187C-DA38-B381C66F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3E38-137F-FDC0-7D8B-D271B7085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BA2DCE-CA84-A3E7-0C05-F03BD41DB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FCCED-7275-BD59-28A8-C270C4E8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3724C-8CEA-FAB9-5296-CE74B527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F093C-F601-9D54-14F1-487F6CF1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3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D130C-1E25-C3F0-0162-B1D57C98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3DC39-321B-C474-EA4A-DF4171FE7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DC0F4-BCE4-C0C6-416F-A7D1AD9D5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AEEE2B-A9EE-2527-BE32-DCCB0850A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8E9F1-6E27-50F9-0A6B-D7F1DEE5B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19104-1D3C-182B-51DE-A07C158B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62A37-9E16-F399-FC7E-D3D8A85E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1F55F-7230-5146-0121-A5BCDAD5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26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BFE1-81CB-B698-BB6B-4FA4ADCF1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AD36F-5A5E-4D7E-3DBF-61BB2D8B1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56112-5B15-A1DB-3229-48B9D6E9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492ED-4D1D-0743-94ED-D45F9ADDD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98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FD46B-1019-15C2-0E0C-0F2FAA40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2DA5FE-065D-7928-C9D0-3F4344809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5440E-4335-F950-0FA6-D93D0C90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8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7D8E-1B09-4D77-F117-1E0C1B8F0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A409-24CB-EFF5-E51D-5AB40D5AF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D143-0F77-1F1B-364D-87A002A67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37D339-7A8E-B172-D971-3D0EA85C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E030-CDAC-09E8-485D-9F79294C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9B9DB-04FD-3DDD-5C59-2C563387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9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7CF86-40E0-EB43-3AAC-0A90DBC4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9FAB2-9BC3-4EB5-3BF4-225B26A69C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3290F-21D4-C512-8607-AF5CA9E8F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375B5-E181-916B-9CA1-1F610494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A331A-1E46-102B-0877-7E91C400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AD43E-8925-FF9E-67EE-141FDD83F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0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6925-0E0F-859F-6A02-E5FB41EE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56F3C-BE0A-6B80-7EF0-2B41F587E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02D2F-BC2C-C9DC-3C6A-F6685387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73A4E-09AA-3F11-9231-08A3EA74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BA23F-19A6-3AFD-D540-575178920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3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A945C-8B56-9815-07BB-23BEE31BD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A2377E-7195-BD83-3132-C70222CCA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DF83C-2234-C8D7-EE90-C227D5EA7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CAF56-5D9E-4364-7339-9D26294F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42FF-B7AD-C0EB-5C5A-CF1F728F6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02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4668A-F16D-B338-C9A1-6D9ACA90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573B3-8F47-1A1A-4614-03CFA7304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33DAA-E14D-504F-3BB1-E4DA9B535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E774E-2819-4726-86FD-03907D02EA2F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D6DC7-060D-6A39-5192-DBD8E5136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C6C00-98FC-58C1-E837-3E3CCE8C2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40A95-9BCB-493F-913E-4589BBDCC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42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EB60F-F887-EAA7-B4DE-3D3AD51EDD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4" r="-2" b="14478"/>
          <a:stretch>
            <a:fillRect/>
          </a:stretch>
        </p:blipFill>
        <p:spPr>
          <a:xfrm>
            <a:off x="198739" y="171717"/>
            <a:ext cx="5804105" cy="3167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9FCB3-91B6-A398-4CBA-9ED0618B31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14306"/>
          <a:stretch>
            <a:fillRect/>
          </a:stretch>
        </p:blipFill>
        <p:spPr>
          <a:xfrm>
            <a:off x="6195373" y="171717"/>
            <a:ext cx="5797883" cy="3167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9156F1-97D0-374E-6BCA-39BC2FD4D6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69" r="-2" b="26953"/>
          <a:stretch>
            <a:fillRect/>
          </a:stretch>
        </p:blipFill>
        <p:spPr>
          <a:xfrm>
            <a:off x="198739" y="3510858"/>
            <a:ext cx="5804105" cy="2789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6D3CBD-C068-E4A8-3F39-892FB79123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" b="26815"/>
          <a:stretch>
            <a:fillRect/>
          </a:stretch>
        </p:blipFill>
        <p:spPr>
          <a:xfrm>
            <a:off x="6195372" y="3510858"/>
            <a:ext cx="5797883" cy="278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2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Kommalapati Rishitha Chowdary</dc:creator>
  <cp:lastModifiedBy>Kommalapati Rishitha Chowdary</cp:lastModifiedBy>
  <cp:revision>1</cp:revision>
  <dcterms:created xsi:type="dcterms:W3CDTF">2026-09-18T15:09:46Z</dcterms:created>
  <dcterms:modified xsi:type="dcterms:W3CDTF">2026-09-18T15:11:40Z</dcterms:modified>
</cp:coreProperties>
</file>