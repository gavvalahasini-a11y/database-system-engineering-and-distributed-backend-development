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37E03-0398-1AEE-D170-C61FA8EAC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C24C9-EAAA-601D-B0D7-76B46CE9C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A8D3A-5DF4-4C04-915A-E30887E27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35EF6-2358-B6E5-70A0-14EE1FBC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35F64-E323-07B5-53E5-EC59AABA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72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7057-CAD0-C6BA-3C27-FFEF72A05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B380F-8130-5351-7804-05B954173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65E48-E59E-17DD-E105-1169862F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9BC9E-910C-A54E-36CD-10F38A752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E0D0-51F4-0B77-E7DA-6166D446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5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2C15-6292-7920-9094-4145C9B1D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12D97-004D-F4EB-A73C-5CE63313A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C2D16-6212-122B-BFD1-8F60F6F6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D8135-1FA9-697E-10DF-D18B9049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021FD-4CDF-7987-4225-27F5EE21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4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4AFB-CF25-0B3C-3A2D-F40CCBD6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346D-80B4-FAA1-8DA5-830CAA050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E36FF-7C35-2EAA-0E57-623F93FCA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E2FA1-B52B-CE51-2A0D-6A3482D0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ACC42-6438-6DBB-F067-392B2BD64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5CA60-73BD-FC37-80BF-55C470495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76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5371-FA69-4ACE-DC77-27A244DB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C7F96-6B19-A0F7-1C45-536E54C16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18C7D-4DC6-8EF5-CEF8-78B16A291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1D59C-E96C-F9A7-2738-B66E5B3FF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09D73-5EF5-7D86-81D8-738EBA2A3A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888B3E-C793-19B5-7C0A-5BE2E6FF3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D47AE7-CD0F-CF0C-C0A5-8157F7FC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7B2F11-FE84-6456-2E32-64F9CAE25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2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AE5B-AEA7-5841-84F1-8317E87C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5FEF7-030F-6BB6-A408-ECD138D0F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3487B-BD09-F48C-7450-4E539D888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FAF98-DF9A-86CF-3260-BA41D9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79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695AA6-F0AC-3BBA-BF02-CF24158E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6C9631-172C-1BB4-DEDC-C2412186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88403-E321-EF08-8E53-32FF0F86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5635F-437C-EDE1-4E30-D0643837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E23F3-D905-83F5-836D-877997F8C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17AAE-ADA0-F27A-89D6-45C64C1C9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B6933-080B-E52D-B2B8-A2BB2AE84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7AFC8-D5EF-FEE4-47D8-4BFE0CA8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1F820-37F5-F8A3-EA53-799BDAEE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17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82BD-F05B-8CCD-0E15-45BD38BA9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7BFA50-D233-A3D8-C387-2A2116663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8DA12-94FC-25E6-39FD-CB52129E4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5912C-033E-1BA1-0590-9FA1E55BD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49E0D-3F5F-2633-5603-906BBDB9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62BB2-D24A-095D-FCFF-54B740E69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83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2B56-DA66-942D-E389-0B87122BA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10B53-F418-B75C-CBD8-965F60A4E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E8983-8A45-83F3-18AF-D56B49322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00E1B-D42A-B2FD-D95D-1C0713D4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2232D-9351-4A39-4711-A8F4A242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6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802A8B-404A-06E9-B3BC-3AB773009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6D0DB-650F-B598-DF72-5A506B079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1E44B-1F9C-8576-C313-80662DE8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842B9-8D5F-9AD9-0FF0-879A6ACD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A793A-788E-7F2C-0143-F80970C37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47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27FB3D-2503-D59C-2100-FAB993B86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4D797-E561-A2C7-A5D7-47078F2A5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F98F1-7D0C-2C1D-9394-7DB659F39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4E430B-0814-4EA2-ACF1-522D1C25390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A8C5C-639D-0670-4CF7-BAB7F4D19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D2CE-FB0C-708D-2981-D9F699F8D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A8DD19-A6A9-477D-B652-CECD4C76C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9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4C25E9-BD4D-D589-D1E2-A1266E68A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57190"/>
            <a:ext cx="10515600" cy="1840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Week:-05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4AA257-B060-1DC5-DEBA-B951D68C4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2" r="47958" b="-2"/>
          <a:stretch>
            <a:fillRect/>
          </a:stretch>
        </p:blipFill>
        <p:spPr>
          <a:xfrm>
            <a:off x="182787" y="2558694"/>
            <a:ext cx="2827865" cy="37318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EE729E-95C9-F232-8C09-C9D61B924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17" r="44595" b="-1"/>
          <a:stretch>
            <a:fillRect/>
          </a:stretch>
        </p:blipFill>
        <p:spPr>
          <a:xfrm>
            <a:off x="3180760" y="2558694"/>
            <a:ext cx="2827865" cy="37318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3963D6-3154-2799-BF2A-A3AF28F05E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1" r="46800" b="-2"/>
          <a:stretch>
            <a:fillRect/>
          </a:stretch>
        </p:blipFill>
        <p:spPr>
          <a:xfrm>
            <a:off x="6178733" y="2558694"/>
            <a:ext cx="2827865" cy="37318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CD898D-A074-E7C9-44BE-9E7430B4F0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8" r="46434" b="-1"/>
          <a:stretch>
            <a:fillRect/>
          </a:stretch>
        </p:blipFill>
        <p:spPr>
          <a:xfrm>
            <a:off x="9176706" y="2558694"/>
            <a:ext cx="2827865" cy="373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6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Week:-05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Kommalapati Rishitha Chowdary</dc:creator>
  <cp:lastModifiedBy>Kommalapati Rishitha Chowdary</cp:lastModifiedBy>
  <cp:revision>1</cp:revision>
  <dcterms:created xsi:type="dcterms:W3CDTF">2026-09-18T14:28:21Z</dcterms:created>
  <dcterms:modified xsi:type="dcterms:W3CDTF">2026-09-18T14:29:24Z</dcterms:modified>
</cp:coreProperties>
</file>